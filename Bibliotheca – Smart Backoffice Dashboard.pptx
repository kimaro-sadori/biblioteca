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47" d="100"/>
          <a:sy n="47" d="100"/>
        </p:scale>
        <p:origin x="4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63227" y="372534"/>
            <a:ext cx="7766936" cy="1646302"/>
          </a:xfrm>
        </p:spPr>
        <p:txBody>
          <a:bodyPr/>
          <a:lstStyle/>
          <a:p>
            <a:r>
              <a:rPr lang="fr-CA" dirty="0" err="1"/>
              <a:t>Bibliotheca</a:t>
            </a:r>
            <a:r>
              <a:rPr lang="fr-CA" dirty="0"/>
              <a:t> – Smart Backoffice Dashboard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04092" y="2338876"/>
            <a:ext cx="8628478" cy="2898604"/>
          </a:xfrm>
        </p:spPr>
        <p:txBody>
          <a:bodyPr/>
          <a:lstStyle/>
          <a:p>
            <a:pPr algn="ctr"/>
            <a:r>
              <a:rPr lang="fr-CA" dirty="0"/>
              <a:t>Application Web de gestion d’une </a:t>
            </a:r>
            <a:r>
              <a:rPr lang="fr-CA" dirty="0" smtClean="0"/>
              <a:t>bibliothèque</a:t>
            </a:r>
          </a:p>
          <a:p>
            <a:pPr algn="ctr"/>
            <a:r>
              <a:rPr lang="fr-CA" dirty="0" smtClean="0"/>
              <a:t> Réalisé </a:t>
            </a:r>
            <a:r>
              <a:rPr lang="fr-CA" dirty="0"/>
              <a:t>par </a:t>
            </a:r>
            <a:r>
              <a:rPr lang="fr-CA" dirty="0" smtClean="0"/>
              <a:t>:                </a:t>
            </a:r>
          </a:p>
          <a:p>
            <a:pPr algn="ctr"/>
            <a:r>
              <a:rPr lang="fr-CA" dirty="0" smtClean="0"/>
              <a:t>Amine </a:t>
            </a:r>
            <a:r>
              <a:rPr lang="fr-CA" dirty="0" err="1" smtClean="0"/>
              <a:t>Rahmouni</a:t>
            </a:r>
            <a:r>
              <a:rPr lang="fr-CA" dirty="0" smtClean="0"/>
              <a:t> - </a:t>
            </a:r>
            <a:r>
              <a:rPr lang="fr-CA" dirty="0" err="1" smtClean="0"/>
              <a:t>Ilyass</a:t>
            </a:r>
            <a:r>
              <a:rPr lang="fr-CA" dirty="0" smtClean="0"/>
              <a:t> </a:t>
            </a:r>
            <a:r>
              <a:rPr lang="fr-CA" dirty="0" err="1" smtClean="0"/>
              <a:t>Elkaoui</a:t>
            </a:r>
            <a:r>
              <a:rPr lang="fr-CA" dirty="0" smtClean="0"/>
              <a:t> - </a:t>
            </a:r>
            <a:r>
              <a:rPr lang="fr-CA" dirty="0" err="1" smtClean="0"/>
              <a:t>Reda</a:t>
            </a:r>
            <a:r>
              <a:rPr lang="fr-CA" dirty="0" smtClean="0"/>
              <a:t> </a:t>
            </a:r>
            <a:r>
              <a:rPr lang="fr-CA" dirty="0" err="1" smtClean="0"/>
              <a:t>Harchid</a:t>
            </a:r>
            <a:r>
              <a:rPr lang="fr-CA" dirty="0" smtClean="0"/>
              <a:t> </a:t>
            </a:r>
          </a:p>
          <a:p>
            <a:pPr algn="ctr"/>
            <a:endParaRPr lang="fr-CA" dirty="0"/>
          </a:p>
          <a:p>
            <a:pPr algn="l"/>
            <a:r>
              <a:rPr lang="fr-CA" dirty="0"/>
              <a:t>Module : Développement </a:t>
            </a:r>
            <a:r>
              <a:rPr lang="fr-CA" dirty="0" err="1"/>
              <a:t>WebFilière</a:t>
            </a:r>
            <a:r>
              <a:rPr lang="fr-CA" dirty="0"/>
              <a:t> : 3IIRAnnée universitaire : 2025 – </a:t>
            </a:r>
            <a:r>
              <a:rPr lang="fr-CA" dirty="0" smtClean="0"/>
              <a:t>2026</a:t>
            </a:r>
          </a:p>
          <a:p>
            <a:pPr algn="ctr"/>
            <a:r>
              <a:rPr lang="fr-CA" dirty="0" err="1" smtClean="0"/>
              <a:t>Encadree</a:t>
            </a:r>
            <a:r>
              <a:rPr lang="fr-CA" dirty="0" smtClean="0"/>
              <a:t> par : </a:t>
            </a:r>
            <a:r>
              <a:rPr lang="fr-CA" dirty="0" err="1" smtClean="0"/>
              <a:t>Mme.Khadija</a:t>
            </a:r>
            <a:r>
              <a:rPr lang="fr-CA" dirty="0" smtClean="0"/>
              <a:t> </a:t>
            </a:r>
            <a:r>
              <a:rPr lang="fr-CA" dirty="0" err="1" smtClean="0"/>
              <a:t>Tlemcani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8384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Contexte </a:t>
            </a:r>
            <a:r>
              <a:rPr lang="fr-CA" dirty="0"/>
              <a:t>&amp; Objectif du </a:t>
            </a:r>
            <a:r>
              <a:rPr lang="fr-CA" dirty="0" err="1"/>
              <a:t>projetContexte</a:t>
            </a:r>
            <a:r>
              <a:rPr lang="fr-CA" dirty="0"/>
              <a:t> :</a:t>
            </a:r>
            <a:br>
              <a:rPr lang="fr-CA" dirty="0"/>
            </a:b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•	Projet Front-End imposé dans le cadre du module Développement </a:t>
            </a:r>
            <a:r>
              <a:rPr lang="fr-CA" dirty="0" smtClean="0"/>
              <a:t>Web</a:t>
            </a:r>
          </a:p>
          <a:p>
            <a:r>
              <a:rPr lang="fr-CA" dirty="0"/>
              <a:t>	•	Réalisation d’un Backoffice Dashboard </a:t>
            </a:r>
            <a:r>
              <a:rPr lang="fr-CA" dirty="0" err="1"/>
              <a:t>professionnelObjectifs</a:t>
            </a:r>
            <a:r>
              <a:rPr lang="fr-CA" dirty="0"/>
              <a:t> </a:t>
            </a:r>
            <a:r>
              <a:rPr lang="fr-CA" dirty="0" smtClean="0"/>
              <a:t>principaux:</a:t>
            </a:r>
            <a:r>
              <a:rPr lang="fr-CA" dirty="0"/>
              <a:t>	</a:t>
            </a:r>
            <a:endParaRPr lang="fr-CA" dirty="0" smtClean="0"/>
          </a:p>
          <a:p>
            <a:r>
              <a:rPr lang="fr-CA" dirty="0"/>
              <a:t> </a:t>
            </a:r>
            <a:r>
              <a:rPr lang="fr-CA" dirty="0" smtClean="0"/>
              <a:t> •</a:t>
            </a:r>
            <a:r>
              <a:rPr lang="fr-CA" dirty="0"/>
              <a:t>	Manipuler le DOM en JavaScript </a:t>
            </a:r>
            <a:r>
              <a:rPr lang="fr-CA" dirty="0" err="1" smtClean="0"/>
              <a:t>Vanilla</a:t>
            </a:r>
            <a:endParaRPr lang="fr-CA" dirty="0" smtClean="0"/>
          </a:p>
          <a:p>
            <a:r>
              <a:rPr lang="fr-CA" dirty="0"/>
              <a:t>	•	Implémenter une architecture </a:t>
            </a:r>
            <a:r>
              <a:rPr lang="fr-CA" dirty="0" smtClean="0"/>
              <a:t>SPA</a:t>
            </a:r>
          </a:p>
          <a:p>
            <a:r>
              <a:rPr lang="fr-CA" dirty="0"/>
              <a:t>	•	Gérer des données avec </a:t>
            </a:r>
            <a:r>
              <a:rPr lang="fr-CA" dirty="0" smtClean="0"/>
              <a:t>CRUD</a:t>
            </a:r>
          </a:p>
          <a:p>
            <a:r>
              <a:rPr lang="fr-CA" dirty="0"/>
              <a:t>	•	Visualiser des statistiques via un Dashboard</a:t>
            </a:r>
          </a:p>
        </p:txBody>
      </p:sp>
    </p:spTree>
    <p:extLst>
      <p:ext uri="{BB962C8B-B14F-4D97-AF65-F5344CB8AC3E}">
        <p14:creationId xmlns:p14="http://schemas.microsoft.com/office/powerpoint/2010/main" val="393358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Thecnologies</a:t>
            </a:r>
            <a:r>
              <a:rPr lang="fr-CA" dirty="0" smtClean="0"/>
              <a:t> </a:t>
            </a:r>
            <a:r>
              <a:rPr lang="fr-CA" dirty="0"/>
              <a:t>utilisées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smtClean="0"/>
              <a:t>	•</a:t>
            </a:r>
            <a:r>
              <a:rPr lang="fr-CA" dirty="0"/>
              <a:t>	HTML5 : structure de l’application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CSS3 / </a:t>
            </a:r>
            <a:r>
              <a:rPr lang="fr-CA" dirty="0" err="1"/>
              <a:t>Bootstrap</a:t>
            </a:r>
            <a:r>
              <a:rPr lang="fr-CA" dirty="0"/>
              <a:t> / </a:t>
            </a:r>
            <a:r>
              <a:rPr lang="fr-CA" dirty="0" err="1"/>
              <a:t>Tailwind</a:t>
            </a:r>
            <a:r>
              <a:rPr lang="fr-CA" dirty="0"/>
              <a:t> : design et </a:t>
            </a:r>
            <a:r>
              <a:rPr lang="fr-CA" dirty="0" smtClean="0"/>
              <a:t>responsive</a:t>
            </a:r>
          </a:p>
          <a:p>
            <a:r>
              <a:rPr lang="fr-CA" dirty="0"/>
              <a:t>	•	JavaScript </a:t>
            </a:r>
            <a:r>
              <a:rPr lang="fr-CA" dirty="0" err="1"/>
              <a:t>Vanilla</a:t>
            </a:r>
            <a:r>
              <a:rPr lang="fr-CA" dirty="0"/>
              <a:t> : logique métier &amp; </a:t>
            </a:r>
            <a:r>
              <a:rPr lang="fr-CA" dirty="0" smtClean="0"/>
              <a:t>DOM</a:t>
            </a:r>
          </a:p>
          <a:p>
            <a:r>
              <a:rPr lang="fr-CA" dirty="0"/>
              <a:t>	•	</a:t>
            </a:r>
            <a:r>
              <a:rPr lang="fr-CA" dirty="0" err="1"/>
              <a:t>LocalStorage</a:t>
            </a:r>
            <a:r>
              <a:rPr lang="fr-CA" dirty="0"/>
              <a:t> : persistance des </a:t>
            </a:r>
            <a:r>
              <a:rPr lang="fr-CA" dirty="0" smtClean="0"/>
              <a:t>données</a:t>
            </a:r>
          </a:p>
          <a:p>
            <a:r>
              <a:rPr lang="fr-CA" dirty="0"/>
              <a:t>	•	Chart.js : graphiques </a:t>
            </a:r>
            <a:r>
              <a:rPr lang="fr-CA" dirty="0" smtClean="0"/>
              <a:t>statistiques</a:t>
            </a:r>
          </a:p>
          <a:p>
            <a:r>
              <a:rPr lang="fr-CA" dirty="0"/>
              <a:t>	•	API </a:t>
            </a:r>
            <a:r>
              <a:rPr lang="fr-CA" dirty="0" err="1"/>
              <a:t>OpenLibrary</a:t>
            </a:r>
            <a:r>
              <a:rPr lang="fr-CA" dirty="0"/>
              <a:t> : données externes (livres)</a:t>
            </a:r>
          </a:p>
        </p:txBody>
      </p:sp>
    </p:spTree>
    <p:extLst>
      <p:ext uri="{BB962C8B-B14F-4D97-AF65-F5344CB8AC3E}">
        <p14:creationId xmlns:p14="http://schemas.microsoft.com/office/powerpoint/2010/main" val="385817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Architecture générale (SPA)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	•	Application Single Page Application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Une seule page HTML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Navigation dynamique avec </a:t>
            </a:r>
            <a:r>
              <a:rPr lang="fr-CA" dirty="0" err="1"/>
              <a:t>JavaScriptComposants</a:t>
            </a:r>
            <a:r>
              <a:rPr lang="fr-CA" dirty="0"/>
              <a:t> principaux </a:t>
            </a:r>
            <a:r>
              <a:rPr lang="fr-CA" dirty="0" smtClean="0"/>
              <a:t>:</a:t>
            </a:r>
          </a:p>
          <a:p>
            <a:r>
              <a:rPr lang="fr-CA" dirty="0"/>
              <a:t>	•	</a:t>
            </a:r>
            <a:r>
              <a:rPr lang="fr-CA" dirty="0" err="1"/>
              <a:t>Sidebar</a:t>
            </a:r>
            <a:r>
              <a:rPr lang="fr-CA" dirty="0"/>
              <a:t> de </a:t>
            </a:r>
            <a:r>
              <a:rPr lang="fr-CA" dirty="0" smtClean="0"/>
              <a:t>navigation</a:t>
            </a:r>
          </a:p>
          <a:p>
            <a:r>
              <a:rPr lang="fr-CA" dirty="0"/>
              <a:t>	•	</a:t>
            </a:r>
            <a:r>
              <a:rPr lang="fr-CA" dirty="0" err="1"/>
              <a:t>Navbar</a:t>
            </a:r>
            <a:r>
              <a:rPr lang="fr-CA" dirty="0"/>
              <a:t> supérieure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Sections masquées / affichées dynamiquement </a:t>
            </a:r>
            <a:r>
              <a:rPr lang="fr-CA" dirty="0" smtClean="0"/>
              <a:t>:</a:t>
            </a:r>
          </a:p>
          <a:p>
            <a:r>
              <a:rPr lang="fr-CA" dirty="0"/>
              <a:t>	•	</a:t>
            </a:r>
            <a:r>
              <a:rPr lang="fr-CA" dirty="0" smtClean="0"/>
              <a:t>Dashboard</a:t>
            </a:r>
          </a:p>
          <a:p>
            <a:r>
              <a:rPr lang="fr-CA" dirty="0"/>
              <a:t>	•	Module Livres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Module Auteurs	</a:t>
            </a:r>
            <a:endParaRPr lang="fr-CA" dirty="0" smtClean="0"/>
          </a:p>
          <a:p>
            <a:r>
              <a:rPr lang="fr-CA" dirty="0" smtClean="0"/>
              <a:t>•        Statistiques </a:t>
            </a:r>
            <a:r>
              <a:rPr lang="fr-CA" dirty="0"/>
              <a:t>&amp; API</a:t>
            </a:r>
          </a:p>
        </p:txBody>
      </p:sp>
    </p:spTree>
    <p:extLst>
      <p:ext uri="{BB962C8B-B14F-4D97-AF65-F5344CB8AC3E}">
        <p14:creationId xmlns:p14="http://schemas.microsoft.com/office/powerpoint/2010/main" val="207146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Gestion des Livres (CRUD complet)Fonctionnalités :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•	Ajouter un livre (formulaire validé)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Afficher la liste des </a:t>
            </a:r>
            <a:r>
              <a:rPr lang="fr-CA" dirty="0" smtClean="0"/>
              <a:t>livres </a:t>
            </a:r>
            <a:r>
              <a:rPr lang="fr-CA" dirty="0"/>
              <a:t>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Recherche par nom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Tri (alphabétique, catégorie, etc</a:t>
            </a:r>
            <a:r>
              <a:rPr lang="fr-CA" dirty="0" smtClean="0"/>
              <a:t>.)</a:t>
            </a:r>
          </a:p>
          <a:p>
            <a:r>
              <a:rPr lang="fr-CA" dirty="0"/>
              <a:t>	•	Affichage détaillé d’un livre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Modification et suppression avec confirmation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Sauvegarde automatique dans </a:t>
            </a:r>
            <a:r>
              <a:rPr lang="fr-CA" dirty="0" err="1"/>
              <a:t>LocalStorage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5683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 </a:t>
            </a:r>
            <a:r>
              <a:rPr lang="fr-CA" dirty="0"/>
              <a:t>Gestion des Auteurs (CRUD simplifié)Fonctionnalités </a:t>
            </a:r>
            <a:r>
              <a:rPr lang="fr-CA" dirty="0" smtClean="0"/>
              <a:t>: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•	Ajouter un </a:t>
            </a:r>
            <a:r>
              <a:rPr lang="fr-CA" dirty="0" smtClean="0"/>
              <a:t>auteur</a:t>
            </a:r>
          </a:p>
          <a:p>
            <a:r>
              <a:rPr lang="fr-CA" dirty="0"/>
              <a:t>	•	Afficher la liste des </a:t>
            </a:r>
            <a:r>
              <a:rPr lang="fr-CA" dirty="0" smtClean="0"/>
              <a:t>auteurs</a:t>
            </a:r>
          </a:p>
          <a:p>
            <a:r>
              <a:rPr lang="fr-CA" dirty="0"/>
              <a:t>	•	Supprimer un auteur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(Optionnel) Lien livre </a:t>
            </a:r>
            <a:r>
              <a:rPr lang="fr-CA" dirty="0" smtClean="0"/>
              <a:t>auteur </a:t>
            </a:r>
            <a:r>
              <a:rPr lang="fr-CA" dirty="0"/>
              <a:t>Objectif </a:t>
            </a:r>
            <a:r>
              <a:rPr lang="fr-CA" dirty="0" smtClean="0"/>
              <a:t>:</a:t>
            </a:r>
          </a:p>
          <a:p>
            <a:r>
              <a:rPr lang="fr-CA" dirty="0"/>
              <a:t>	•	Illustrer un CRUD simple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Montrer la relation entre modules</a:t>
            </a:r>
          </a:p>
        </p:txBody>
      </p:sp>
    </p:spTree>
    <p:extLst>
      <p:ext uri="{BB962C8B-B14F-4D97-AF65-F5344CB8AC3E}">
        <p14:creationId xmlns:p14="http://schemas.microsoft.com/office/powerpoint/2010/main" val="241072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Dashboard &amp; </a:t>
            </a:r>
            <a:r>
              <a:rPr lang="fr-CA" dirty="0" err="1"/>
              <a:t>StatistiquesDashboard</a:t>
            </a:r>
            <a:r>
              <a:rPr lang="fr-CA" dirty="0"/>
              <a:t> analytique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•	KPI affichés sous forme de cartes </a:t>
            </a:r>
            <a:r>
              <a:rPr lang="fr-CA" dirty="0" smtClean="0"/>
              <a:t>:</a:t>
            </a:r>
          </a:p>
          <a:p>
            <a:r>
              <a:rPr lang="fr-CA" dirty="0"/>
              <a:t>	•	Nombre total de livres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Nombre d’auteurs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Graphique Chart.js :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Répartition des livres par </a:t>
            </a:r>
            <a:r>
              <a:rPr lang="fr-CA" dirty="0" smtClean="0"/>
              <a:t>catégorie</a:t>
            </a:r>
          </a:p>
          <a:p>
            <a:r>
              <a:rPr lang="fr-CA" dirty="0"/>
              <a:t>	•	Évolution du nombre de livres</a:t>
            </a:r>
          </a:p>
        </p:txBody>
      </p:sp>
    </p:spTree>
    <p:extLst>
      <p:ext uri="{BB962C8B-B14F-4D97-AF65-F5344CB8AC3E}">
        <p14:creationId xmlns:p14="http://schemas.microsoft.com/office/powerpoint/2010/main" val="231078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Partie asynchrone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•	Utilisation de </a:t>
            </a:r>
            <a:r>
              <a:rPr lang="fr-CA" dirty="0" err="1"/>
              <a:t>fetch</a:t>
            </a:r>
            <a:r>
              <a:rPr lang="fr-CA" dirty="0"/>
              <a:t>()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Récupération de données JSON depuis </a:t>
            </a:r>
            <a:r>
              <a:rPr lang="fr-CA" dirty="0" err="1"/>
              <a:t>OpenLibrary</a:t>
            </a:r>
            <a:r>
              <a:rPr lang="fr-CA" dirty="0"/>
              <a:t>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Affichage dynamique :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Informations sur les </a:t>
            </a:r>
            <a:r>
              <a:rPr lang="fr-CA" dirty="0" smtClean="0"/>
              <a:t>livres</a:t>
            </a:r>
          </a:p>
          <a:p>
            <a:r>
              <a:rPr lang="fr-CA" dirty="0"/>
              <a:t>	•	Mise à jour d’un KPI ou graphique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Gestion des erreurs avec .catch()</a:t>
            </a:r>
          </a:p>
        </p:txBody>
      </p:sp>
    </p:spTree>
    <p:extLst>
      <p:ext uri="{BB962C8B-B14F-4D97-AF65-F5344CB8AC3E}">
        <p14:creationId xmlns:p14="http://schemas.microsoft.com/office/powerpoint/2010/main" val="7763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du code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smtClean="0"/>
              <a:t>•</a:t>
            </a:r>
            <a:r>
              <a:rPr lang="fr-CA" dirty="0"/>
              <a:t>	Code structuré en modules JavaScript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Séparation :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UI (DOM</a:t>
            </a:r>
            <a:r>
              <a:rPr lang="fr-CA" dirty="0" smtClean="0"/>
              <a:t>)</a:t>
            </a:r>
          </a:p>
          <a:p>
            <a:r>
              <a:rPr lang="fr-CA" dirty="0"/>
              <a:t>	•	Logique métier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</a:t>
            </a:r>
            <a:r>
              <a:rPr lang="fr-CA" dirty="0" smtClean="0"/>
              <a:t>Données</a:t>
            </a:r>
          </a:p>
          <a:p>
            <a:r>
              <a:rPr lang="fr-CA" dirty="0"/>
              <a:t>	•	Respect des bonnes pratiques </a:t>
            </a:r>
            <a:r>
              <a:rPr lang="fr-CA" dirty="0" smtClean="0"/>
              <a:t>:</a:t>
            </a:r>
          </a:p>
          <a:p>
            <a:r>
              <a:rPr lang="fr-CA" dirty="0"/>
              <a:t>	•	Lisibilité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Réutilisabilité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Maintenance</a:t>
            </a:r>
          </a:p>
        </p:txBody>
      </p:sp>
    </p:spTree>
    <p:extLst>
      <p:ext uri="{BB962C8B-B14F-4D97-AF65-F5344CB8AC3E}">
        <p14:creationId xmlns:p14="http://schemas.microsoft.com/office/powerpoint/2010/main" val="150333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Difficultés rencontrées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	•	Gestion de l’asynchronisme (</a:t>
            </a:r>
            <a:r>
              <a:rPr lang="fr-CA" dirty="0" err="1"/>
              <a:t>fetch</a:t>
            </a:r>
            <a:r>
              <a:rPr lang="fr-CA" dirty="0"/>
              <a:t>, promesses)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Synchronisation DOM </a:t>
            </a:r>
            <a:r>
              <a:rPr lang="fr-CA" dirty="0" smtClean="0"/>
              <a:t>et </a:t>
            </a:r>
            <a:r>
              <a:rPr lang="fr-CA" dirty="0" err="1"/>
              <a:t>LocalStorage</a:t>
            </a:r>
            <a:r>
              <a:rPr lang="fr-CA" dirty="0"/>
              <a:t>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Organisation SPA sans </a:t>
            </a:r>
            <a:r>
              <a:rPr lang="fr-CA" dirty="0" err="1"/>
              <a:t>framework</a:t>
            </a:r>
            <a:r>
              <a:rPr lang="fr-CA" dirty="0"/>
              <a:t>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Gestion des </a:t>
            </a:r>
            <a:r>
              <a:rPr lang="fr-CA" dirty="0" smtClean="0"/>
              <a:t>événements multiples</a:t>
            </a:r>
          </a:p>
          <a:p>
            <a:r>
              <a:rPr lang="fr-CA" dirty="0" smtClean="0"/>
              <a:t> </a:t>
            </a:r>
            <a:r>
              <a:rPr lang="fr-CA" dirty="0"/>
              <a:t>Solutions </a:t>
            </a:r>
            <a:r>
              <a:rPr lang="fr-CA" dirty="0" smtClean="0"/>
              <a:t>:</a:t>
            </a:r>
          </a:p>
          <a:p>
            <a:r>
              <a:rPr lang="fr-CA" dirty="0"/>
              <a:t>	•	Découpage </a:t>
            </a:r>
            <a:r>
              <a:rPr lang="fr-CA" dirty="0" smtClean="0"/>
              <a:t>logique</a:t>
            </a:r>
          </a:p>
          <a:p>
            <a:r>
              <a:rPr lang="fr-CA" dirty="0"/>
              <a:t>	•	Fonctions </a:t>
            </a:r>
            <a:r>
              <a:rPr lang="fr-CA" dirty="0" smtClean="0"/>
              <a:t>réutilisables</a:t>
            </a:r>
          </a:p>
          <a:p>
            <a:r>
              <a:rPr lang="fr-CA" dirty="0"/>
              <a:t>	•	Tests progressifs</a:t>
            </a:r>
          </a:p>
        </p:txBody>
      </p:sp>
    </p:spTree>
    <p:extLst>
      <p:ext uri="{BB962C8B-B14F-4D97-AF65-F5344CB8AC3E}">
        <p14:creationId xmlns:p14="http://schemas.microsoft.com/office/powerpoint/2010/main" val="405270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80534" y="548640"/>
            <a:ext cx="8596668" cy="1320800"/>
          </a:xfrm>
        </p:spPr>
        <p:txBody>
          <a:bodyPr/>
          <a:lstStyle/>
          <a:p>
            <a:r>
              <a:rPr lang="fr-CA" dirty="0"/>
              <a:t>Résultats obtenus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	•	Application fonctionnelle et </a:t>
            </a:r>
            <a:r>
              <a:rPr lang="fr-CA" dirty="0" smtClean="0"/>
              <a:t>dynamique</a:t>
            </a:r>
          </a:p>
          <a:p>
            <a:pPr marL="0" indent="0">
              <a:buNone/>
            </a:pPr>
            <a:r>
              <a:rPr lang="fr-CA" dirty="0"/>
              <a:t>	•	CRUD complet </a:t>
            </a:r>
            <a:r>
              <a:rPr lang="fr-CA" dirty="0" smtClean="0"/>
              <a:t>opérationnel</a:t>
            </a:r>
          </a:p>
          <a:p>
            <a:pPr marL="0" indent="0">
              <a:buNone/>
            </a:pPr>
            <a:r>
              <a:rPr lang="fr-CA" dirty="0"/>
              <a:t>	•	Dashboard </a:t>
            </a:r>
            <a:r>
              <a:rPr lang="fr-CA" dirty="0" smtClean="0"/>
              <a:t>interactif</a:t>
            </a:r>
          </a:p>
          <a:p>
            <a:pPr marL="0" indent="0">
              <a:buNone/>
            </a:pPr>
            <a:r>
              <a:rPr lang="fr-CA" dirty="0"/>
              <a:t>	•	Données persistantes	</a:t>
            </a:r>
            <a:endParaRPr lang="fr-CA" dirty="0" smtClean="0"/>
          </a:p>
          <a:p>
            <a:pPr marL="0" indent="0">
              <a:buNone/>
            </a:pPr>
            <a:r>
              <a:rPr lang="fr-CA" dirty="0" smtClean="0"/>
              <a:t>•</a:t>
            </a:r>
            <a:r>
              <a:rPr lang="fr-CA" dirty="0"/>
              <a:t>	Interface inspirée des </a:t>
            </a:r>
            <a:r>
              <a:rPr lang="fr-CA" dirty="0" err="1"/>
              <a:t>backoffices</a:t>
            </a:r>
            <a:r>
              <a:rPr lang="fr-CA" dirty="0"/>
              <a:t> professionnels</a:t>
            </a:r>
          </a:p>
        </p:txBody>
      </p:sp>
    </p:spTree>
    <p:extLst>
      <p:ext uri="{BB962C8B-B14F-4D97-AF65-F5344CB8AC3E}">
        <p14:creationId xmlns:p14="http://schemas.microsoft.com/office/powerpoint/2010/main" val="184993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Conclusion &amp; </a:t>
            </a:r>
            <a:r>
              <a:rPr lang="fr-CA" dirty="0" err="1"/>
              <a:t>PerspectivesConclusion</a:t>
            </a:r>
            <a:r>
              <a:rPr lang="fr-CA" dirty="0"/>
              <a:t>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	•	Projet formateur et proche du monde </a:t>
            </a:r>
            <a:r>
              <a:rPr lang="fr-CA" dirty="0" smtClean="0"/>
              <a:t>professionnel</a:t>
            </a:r>
          </a:p>
          <a:p>
            <a:r>
              <a:rPr lang="fr-CA" dirty="0"/>
              <a:t>	•	Bonne préparation aux </a:t>
            </a:r>
            <a:r>
              <a:rPr lang="fr-CA" dirty="0" err="1"/>
              <a:t>frameworks</a:t>
            </a:r>
            <a:r>
              <a:rPr lang="fr-CA" dirty="0"/>
              <a:t> modernes (</a:t>
            </a:r>
            <a:r>
              <a:rPr lang="fr-CA" dirty="0" err="1"/>
              <a:t>React</a:t>
            </a:r>
            <a:r>
              <a:rPr lang="fr-CA" dirty="0"/>
              <a:t>, </a:t>
            </a:r>
            <a:r>
              <a:rPr lang="fr-CA" dirty="0" err="1"/>
              <a:t>Angular</a:t>
            </a:r>
            <a:r>
              <a:rPr lang="fr-CA" dirty="0"/>
              <a:t>…)Perspectives :	</a:t>
            </a:r>
            <a:endParaRPr lang="fr-CA" dirty="0" smtClean="0"/>
          </a:p>
          <a:p>
            <a:r>
              <a:rPr lang="fr-CA" dirty="0" smtClean="0"/>
              <a:t>•</a:t>
            </a:r>
            <a:r>
              <a:rPr lang="fr-CA" dirty="0"/>
              <a:t>	Ajout </a:t>
            </a:r>
            <a:r>
              <a:rPr lang="fr-CA" dirty="0" smtClean="0"/>
              <a:t>d’authentification</a:t>
            </a:r>
          </a:p>
          <a:p>
            <a:r>
              <a:rPr lang="fr-CA" dirty="0"/>
              <a:t>	•	Connexion à une vraie base de </a:t>
            </a:r>
            <a:r>
              <a:rPr lang="fr-CA" dirty="0" smtClean="0"/>
              <a:t>données</a:t>
            </a:r>
          </a:p>
          <a:p>
            <a:r>
              <a:rPr lang="fr-CA" dirty="0"/>
              <a:t>	•	Migration vers un </a:t>
            </a:r>
            <a:r>
              <a:rPr lang="fr-CA" dirty="0" err="1"/>
              <a:t>framework</a:t>
            </a:r>
            <a:r>
              <a:rPr lang="fr-CA" dirty="0"/>
              <a:t> JS</a:t>
            </a:r>
          </a:p>
        </p:txBody>
      </p:sp>
    </p:spTree>
    <p:extLst>
      <p:ext uri="{BB962C8B-B14F-4D97-AF65-F5344CB8AC3E}">
        <p14:creationId xmlns:p14="http://schemas.microsoft.com/office/powerpoint/2010/main" val="17828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</TotalTime>
  <Words>88</Words>
  <Application>Microsoft Office PowerPoint</Application>
  <PresentationFormat>Grand écran</PresentationFormat>
  <Paragraphs>92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Facette</vt:lpstr>
      <vt:lpstr>Bibliotheca – Smart Backoffice Dashboard</vt:lpstr>
      <vt:lpstr>Contexte &amp; Objectif du projetContexte : </vt:lpstr>
      <vt:lpstr>Thecnologies utilisées </vt:lpstr>
      <vt:lpstr>Architecture générale (SPA)</vt:lpstr>
      <vt:lpstr>Gestion des Livres (CRUD complet)Fonctionnalités : </vt:lpstr>
      <vt:lpstr> Gestion des Auteurs (CRUD simplifié)Fonctionnalités :</vt:lpstr>
      <vt:lpstr>Dashboard &amp; StatistiquesDashboard analytique :</vt:lpstr>
      <vt:lpstr>Partie asynchrone :</vt:lpstr>
      <vt:lpstr>Organisation du code </vt:lpstr>
      <vt:lpstr>Difficultés rencontrées</vt:lpstr>
      <vt:lpstr>Résultats obtenus</vt:lpstr>
      <vt:lpstr>Conclusion &amp; PerspectivesConclusion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Bibliotheca – Smart Backoffice Dashboard</dc:title>
  <dc:creator>DELL</dc:creator>
  <cp:lastModifiedBy>DELL</cp:lastModifiedBy>
  <cp:revision>3</cp:revision>
  <dcterms:created xsi:type="dcterms:W3CDTF">2026-01-16T08:28:37Z</dcterms:created>
  <dcterms:modified xsi:type="dcterms:W3CDTF">2026-01-16T09:35:45Z</dcterms:modified>
</cp:coreProperties>
</file>